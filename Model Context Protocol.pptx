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60"/>
  </p:normalViewPr>
  <p:slideViewPr>
    <p:cSldViewPr snapToGrid="0">
      <p:cViewPr>
        <p:scale>
          <a:sx n="160" d="100"/>
          <a:sy n="160" d="100"/>
        </p:scale>
        <p:origin x="336" y="-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3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E5645-2E54-4FA9-BE4F-5C97C5B6A151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93F6B-6DA8-4581-944D-2F1058B1D65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9152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C93F6B-6DA8-4581-944D-2F1058B1D657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909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C93F6B-6DA8-4581-944D-2F1058B1D657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29171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C93F6B-6DA8-4581-944D-2F1058B1D657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49472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C93F6B-6DA8-4581-944D-2F1058B1D657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77798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C93F6B-6DA8-4581-944D-2F1058B1D657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0955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0E83-5827-3722-70AE-F3777DA90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F4AB9-7CA7-7426-3670-BB8565905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41283-F08C-6627-9765-8FDD33E1F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A337C-991B-D12F-B6D1-6F30F729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BE9FA-AF04-2958-F50D-00B2A7448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5120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F8EC-1198-36D6-FD85-29985040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E6EE-D6FD-F3CB-3F49-8E4B679B1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227FF-9E77-FA1C-91F7-27312FFA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FBF20-05BB-7653-CA40-7038B8F6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37549-ED65-E720-0F4B-8ED6855B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6661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36AB-B6B6-D4BB-A9BF-6592E74D2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64775-1816-D0AD-6935-737D59932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F569D-9933-F2C9-ACF3-F458A03A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7CD05-FB87-542B-9B72-9E7C415B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31B76-94AB-E8C9-6916-2FA85320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7297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E5A1-2336-7F4E-92A6-8E2727F1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FF223-C934-4DC9-F002-01F692307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D2256-5E23-153E-87ED-61E1C16A1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4C6FE-DB7A-0293-290B-0ED26106C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FB246-BC4A-42C0-3AF6-44D0A300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FBC0E-96B7-B364-04F0-1D005E80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2333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F6721-899C-6BE2-421F-DA6FB0566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F2862-5655-CD88-4514-BBB50117C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F71F6-F3B1-8B6D-9C2A-5B6EA52A3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081F8-E92B-4809-9AC8-B3007A867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84E84-28C5-CD8A-4764-D12E93931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D5A337-5D6D-5F17-27A2-3F12B425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62077-CABF-62FC-C11B-10EBD0625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74BB60-7FA1-050D-2D99-715DD8182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68535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43E22-CC56-63B6-DD99-DD5055FE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1DC4D-B7B4-621B-F632-91BCE5C3A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02EA3-FB73-63BE-83B0-44B7DC83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06ED7B-8AAA-0AE6-885A-55EA509A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58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5F800-9896-B22C-8BFD-E8C30B71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51BED2-DD7B-476C-36BE-2C2117E6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07B5B-DEB3-9595-1DEF-D3652AFC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20998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CB515-6B70-4B00-C2E0-B38EC500C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934EB-887A-E54A-E8DB-4249146DF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D5795-5D37-219E-9FE2-5B888C2D5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DA1B8-0E20-E35F-ACF4-2C301263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2B87D-E7EA-40D5-0DEE-4B16CCB8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8693E-4AC6-B02D-3C8A-FE862F83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9210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112B6-82DE-A711-29D5-4CE444D2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DDB18-1FA5-CB84-F31B-C78914F9D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3130-5BBB-F9D8-3B10-5FB4C224D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1CB06-CE2F-81F4-6DB7-F894BF6F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A909A-CF9B-5753-8F94-4A8B2F2AE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5C377-B096-E9EC-255B-55055464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1283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7043-66A1-6EE4-530C-10E8932D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9D6C0-EFC6-A6C5-7E25-5D12F4953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17583-4862-C7D9-7385-05AC016DB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FB2DE-DD49-A41E-0AF8-32B6B7146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7529D-F17A-B7EE-4313-2303E623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6849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45E051-CBF4-707F-2597-1B7FCB1A10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FD17A-88D4-31AA-B08B-7BCF85C43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FE909-CD5B-1EC5-579F-176C10D4E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992D4-A371-679E-EDFA-957BD84C8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3E6B5-001D-D797-A2CF-DBC23D47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7792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90ED1-2D5F-A0DF-AEB0-54A5E018C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BCBA0-7E8F-913B-A476-99A34499C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7E32B-DCFA-D6DD-2C07-BD0429B59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FBDF2-5E68-4E32-AF9E-8C6EF9AB0EB8}" type="datetimeFigureOut">
              <a:rPr lang="sv-SE" smtClean="0"/>
              <a:t>2026-09-14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D2F69-B2A8-3004-081D-4C80759D1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41C51-ADC5-5217-ABA3-FFF68478C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BAE5C-86C4-40A8-8326-08CDE9A065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684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docs/2026-07-2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6E7A-D369-B528-3FAE-F3FDAE4FBE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Model </a:t>
            </a:r>
            <a:r>
              <a:rPr lang="sv-SE" dirty="0" err="1"/>
              <a:t>Context</a:t>
            </a:r>
            <a:r>
              <a:rPr lang="sv-SE" dirty="0"/>
              <a:t> </a:t>
            </a:r>
            <a:r>
              <a:rPr lang="sv-SE" dirty="0" err="1"/>
              <a:t>Protocol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08729-560A-9EB3-B6C5-BC09261C78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 dirty="0"/>
              <a:t>Version 2026-07-28 (V5)</a:t>
            </a:r>
          </a:p>
        </p:txBody>
      </p:sp>
    </p:spTree>
    <p:extLst>
      <p:ext uri="{BB962C8B-B14F-4D97-AF65-F5344CB8AC3E}">
        <p14:creationId xmlns:p14="http://schemas.microsoft.com/office/powerpoint/2010/main" val="325398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477E8-6893-EC9C-CDF5-138A1A045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TL;DR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8708D-A5F5-FAB2-94CC-F37AA452E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 dirty="0"/>
          </a:p>
          <a:p>
            <a:r>
              <a:rPr lang="sv-SE" dirty="0"/>
              <a:t>MCP </a:t>
            </a:r>
            <a:r>
              <a:rPr lang="sv-SE" dirty="0" err="1"/>
              <a:t>basics</a:t>
            </a:r>
            <a:endParaRPr lang="sv-SE" dirty="0"/>
          </a:p>
          <a:p>
            <a:pPr lvl="1"/>
            <a:endParaRPr lang="sv-SE" dirty="0"/>
          </a:p>
          <a:p>
            <a:r>
              <a:rPr lang="sv-SE" dirty="0"/>
              <a:t>Mera </a:t>
            </a:r>
            <a:r>
              <a:rPr lang="sv-SE" dirty="0" err="1"/>
              <a:t>Mcp</a:t>
            </a:r>
            <a:r>
              <a:rPr lang="sv-SE" dirty="0"/>
              <a:t> - </a:t>
            </a:r>
            <a:r>
              <a:rPr lang="sv-SE" dirty="0" err="1"/>
              <a:t>resourcer</a:t>
            </a:r>
            <a:endParaRPr lang="sv-SE" dirty="0"/>
          </a:p>
          <a:p>
            <a:pPr lvl="1"/>
            <a:endParaRPr lang="sv-SE" dirty="0"/>
          </a:p>
          <a:p>
            <a:r>
              <a:rPr lang="sv-SE" dirty="0" err="1"/>
              <a:t>Mcp</a:t>
            </a:r>
            <a:r>
              <a:rPr lang="sv-SE" dirty="0"/>
              <a:t> </a:t>
            </a:r>
            <a:r>
              <a:rPr lang="sv-SE" dirty="0" err="1"/>
              <a:t>Example</a:t>
            </a:r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59541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CFB7-CBE4-1876-0594-B5CF07D2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MCP Basics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BF2A63-4F04-F5B2-09E3-BF1231403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548" y="1404654"/>
            <a:ext cx="7488652" cy="510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976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9AB02-E14C-C3A9-070C-088DDF36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MCP Basics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6A78E-B60B-C0FF-22D4-1A90552E9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Tools – RPC </a:t>
            </a:r>
            <a:r>
              <a:rPr lang="sv-SE" dirty="0" err="1"/>
              <a:t>kald</a:t>
            </a:r>
            <a:r>
              <a:rPr lang="sv-SE" dirty="0"/>
              <a:t> som </a:t>
            </a:r>
            <a:r>
              <a:rPr lang="sv-SE" dirty="0" err="1"/>
              <a:t>AI’en</a:t>
            </a:r>
            <a:r>
              <a:rPr lang="sv-SE" dirty="0"/>
              <a:t> kan </a:t>
            </a:r>
            <a:r>
              <a:rPr lang="sv-SE" dirty="0" err="1"/>
              <a:t>kalda</a:t>
            </a:r>
            <a:r>
              <a:rPr lang="sv-SE" dirty="0"/>
              <a:t> när den (eller användaren) vill.</a:t>
            </a:r>
          </a:p>
          <a:p>
            <a:endParaRPr lang="sv-SE" dirty="0"/>
          </a:p>
          <a:p>
            <a:r>
              <a:rPr lang="sv-SE" dirty="0" err="1"/>
              <a:t>Resourses</a:t>
            </a:r>
            <a:r>
              <a:rPr lang="sv-SE" dirty="0"/>
              <a:t> – statiska </a:t>
            </a:r>
            <a:r>
              <a:rPr lang="sv-SE" dirty="0" err="1"/>
              <a:t>resourcer</a:t>
            </a:r>
            <a:r>
              <a:rPr lang="sv-SE" dirty="0"/>
              <a:t> som </a:t>
            </a:r>
            <a:r>
              <a:rPr lang="sv-SE" dirty="0" err="1"/>
              <a:t>clienten</a:t>
            </a:r>
            <a:r>
              <a:rPr lang="sv-SE" dirty="0"/>
              <a:t> kan ta del av</a:t>
            </a:r>
          </a:p>
          <a:p>
            <a:endParaRPr lang="sv-SE" dirty="0"/>
          </a:p>
          <a:p>
            <a:endParaRPr lang="sv-SE" dirty="0"/>
          </a:p>
          <a:p>
            <a:r>
              <a:rPr lang="sv-SE" dirty="0"/>
              <a:t>Prompt templates – prompt som användaren kan använda sig av vid behov. Resultatet konsumeras av AI prompten. </a:t>
            </a:r>
            <a:br>
              <a:rPr lang="sv-SE" dirty="0"/>
            </a:br>
            <a:r>
              <a:rPr lang="sv-SE" dirty="0"/>
              <a:t>Aktiveras i prompten med /[</a:t>
            </a:r>
            <a:r>
              <a:rPr lang="sv-SE" dirty="0" err="1"/>
              <a:t>mcp</a:t>
            </a:r>
            <a:r>
              <a:rPr lang="sv-SE" dirty="0"/>
              <a:t> namn]/[</a:t>
            </a:r>
            <a:r>
              <a:rPr lang="sv-SE" dirty="0" err="1"/>
              <a:t>templ</a:t>
            </a:r>
            <a:r>
              <a:rPr lang="sv-SE" dirty="0"/>
              <a:t>. Namn]</a:t>
            </a:r>
          </a:p>
        </p:txBody>
      </p:sp>
    </p:spTree>
    <p:extLst>
      <p:ext uri="{BB962C8B-B14F-4D97-AF65-F5344CB8AC3E}">
        <p14:creationId xmlns:p14="http://schemas.microsoft.com/office/powerpoint/2010/main" val="2166069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FDE0-3B9F-94ED-2DCF-4E63CCE03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Mera MCP (MMCP?)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B24BD-9079-AF4A-E8C1-56D5D1F8D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Se senaste på</a:t>
            </a:r>
            <a:br>
              <a:rPr lang="sv-SE" dirty="0"/>
            </a:br>
            <a:r>
              <a:rPr lang="sv-SE" dirty="0">
                <a:hlinkClick r:id="rId3"/>
              </a:rPr>
              <a:t>https://modelcontextprotocol.io/docs/2026-07-28</a:t>
            </a:r>
            <a:endParaRPr lang="sv-SE" dirty="0"/>
          </a:p>
          <a:p>
            <a:endParaRPr lang="sv-SE" dirty="0"/>
          </a:p>
          <a:p>
            <a:r>
              <a:rPr lang="sv-SE" dirty="0"/>
              <a:t>Se Extensions för MCP Tasks, MCP Apps, </a:t>
            </a:r>
            <a:r>
              <a:rPr lang="sv-SE" dirty="0" err="1"/>
              <a:t>Skills</a:t>
            </a:r>
            <a:r>
              <a:rPr lang="sv-SE" dirty="0"/>
              <a:t> över MCP</a:t>
            </a:r>
            <a:br>
              <a:rPr lang="sv-SE" dirty="0"/>
            </a:br>
            <a:r>
              <a:rPr lang="sv-SE" dirty="0"/>
              <a:t>https://modelcontextprotocol.io/extensions</a:t>
            </a:r>
          </a:p>
        </p:txBody>
      </p:sp>
    </p:spTree>
    <p:extLst>
      <p:ext uri="{BB962C8B-B14F-4D97-AF65-F5344CB8AC3E}">
        <p14:creationId xmlns:p14="http://schemas.microsoft.com/office/powerpoint/2010/main" val="3205716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5B43-DB84-8414-770D-5B9C62A28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Code! </a:t>
            </a:r>
            <a:r>
              <a:rPr lang="sv-SE" dirty="0" err="1"/>
              <a:t>jaaaaa</a:t>
            </a:r>
            <a:endParaRPr lang="sv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1B4EB1-2CD4-6C87-D796-E0648E9EA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43920"/>
            <a:ext cx="9469171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38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051F-71F3-B177-285D-AD11C030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CCD96E-C32A-1F8C-1760-4ED86926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409153"/>
            <a:ext cx="10964805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18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128</Words>
  <Application>Microsoft Office PowerPoint</Application>
  <PresentationFormat>Widescreen</PresentationFormat>
  <Paragraphs>29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Model Context Protocol</vt:lpstr>
      <vt:lpstr>TL;DR</vt:lpstr>
      <vt:lpstr>MCP Basics</vt:lpstr>
      <vt:lpstr>MCP Basics </vt:lpstr>
      <vt:lpstr>Mera MCP (MMCP?)</vt:lpstr>
      <vt:lpstr>Code! jaaaaa</vt:lpstr>
      <vt:lpstr>PowerPoint Presentation</vt:lpstr>
    </vt:vector>
  </TitlesOfParts>
  <Company>SLU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Jørgensen</dc:creator>
  <cp:lastModifiedBy>Martin Jørgensen</cp:lastModifiedBy>
  <cp:revision>7</cp:revision>
  <dcterms:created xsi:type="dcterms:W3CDTF">2026-09-14T08:57:11Z</dcterms:created>
  <dcterms:modified xsi:type="dcterms:W3CDTF">2026-09-15T10:04:19Z</dcterms:modified>
</cp:coreProperties>
</file>